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223E6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PROJECT REPORT  •  A.Y. 2026-27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 Plate Recognition for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Monitoring Using CNN and OCR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deep-learning + OCR pipeline for automated, scalable license-plate identification in real-world traffic scenes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29260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Saahas Vaddi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2520030256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Lohith Sanapala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2520030023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50292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Jyothsna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CSE Department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9164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4650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0025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traffic-monitoring problem and why automation matters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78024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478024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5328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Objectives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7889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goals, dataset, and evaluation metrics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264408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31927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57530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detection + OCR recognition pipeline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05079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3616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and hardware setup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169164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169164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174650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20025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structure, quality, and patterns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2478024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2478024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23760" y="25328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27889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that shape model design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3264408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/>
        </p:spPr>
      </p:sp>
      <p:sp>
        <p:nvSpPr>
          <p:cNvPr id="29" name="Text 27"/>
          <p:cNvSpPr/>
          <p:nvPr/>
        </p:nvSpPr>
        <p:spPr>
          <a:xfrm>
            <a:off x="6519672" y="3264408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223760" y="331927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23760" y="357530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toward a working prototype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Recognition using CNN &amp; OCR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Automated License Plate Recognition?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92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congestion, road safety, and law-enforcement compliance are pressing challenges in a rapidly urbanizing world. As vehicle numbers rise every year, manual monitoring is no longer sufficient to keep traffic flowing safely and lawfully. Automated, AI-driven systems reduce human effort, minimize error, and prepare cities for future growth.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Recognition (LPR) automatically identifies vehicles by detecting and reading plates from images or video feeds — combining CNNs for robust plate detection with OCR for accurate character extraction.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60920" y="1600200"/>
            <a:ext cx="4251960" cy="4206240"/>
          </a:xfrm>
          <a:prstGeom prst="roundRect">
            <a:avLst>
              <a:gd name="adj" fmla="val 2174"/>
            </a:avLst>
          </a:prstGeom>
          <a:solidFill>
            <a:srgbClr val="12233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LPR ADDS VALUE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80960" y="2414016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7936992" y="227685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Traffic-flow &amp; congestion monitoring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3191256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7936992" y="30540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violation &amp; speed-limit detection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3968496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7936992" y="383133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tracking for law enforcement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0" y="4745736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7936992" y="460857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Smart-city &amp; parking access control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Recognition using CNN &amp; OCR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Abstract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424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of deep learning with Optical Character Recognition (OCR) is transforming traffic monitoring by enabling automated license plate recognition in real-world scenarios. CNNs extract spatial features from plate images while OCR ensures precise text recognition — an effective combination for surveillance and smart-city applications. The project uses the OpenALPR benchmark dataset, evaluated with accuracy and F1-score, to address challenges such as blurred images, angled plates, and poor lighting.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2674620" cy="2148840"/>
          </a:xfrm>
          <a:prstGeom prst="roundRect">
            <a:avLst>
              <a:gd name="adj" fmla="val 3404"/>
            </a:avLst>
          </a:prstGeom>
          <a:solidFill>
            <a:srgbClr val="12233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3913632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9136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4443984"/>
            <a:ext cx="22722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Detection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4828032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scalable LPR pipeline that minimizes manual intervention.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42132" y="3703320"/>
            <a:ext cx="2674620" cy="2148840"/>
          </a:xfrm>
          <a:prstGeom prst="roundRect">
            <a:avLst>
              <a:gd name="adj" fmla="val 3404"/>
            </a:avLst>
          </a:prstGeom>
          <a:solidFill>
            <a:srgbClr val="12233F"/>
          </a:solidFill>
          <a:ln/>
        </p:spPr>
      </p:sp>
      <p:sp>
        <p:nvSpPr>
          <p:cNvPr id="12" name="Shape 10"/>
          <p:cNvSpPr/>
          <p:nvPr/>
        </p:nvSpPr>
        <p:spPr>
          <a:xfrm>
            <a:off x="3543300" y="3913632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543300" y="39136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3300" y="4443984"/>
            <a:ext cx="22722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Evaluation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43300" y="4828032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OpenALPR data under varied lighting &amp; angles.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35624" y="3703320"/>
            <a:ext cx="2674620" cy="2148840"/>
          </a:xfrm>
          <a:prstGeom prst="roundRect">
            <a:avLst>
              <a:gd name="adj" fmla="val 3404"/>
            </a:avLst>
          </a:prstGeom>
          <a:solidFill>
            <a:srgbClr val="12233F"/>
          </a:solidFill>
          <a:ln/>
        </p:spPr>
      </p:sp>
      <p:sp>
        <p:nvSpPr>
          <p:cNvPr id="17" name="Shape 15"/>
          <p:cNvSpPr/>
          <p:nvPr/>
        </p:nvSpPr>
        <p:spPr>
          <a:xfrm>
            <a:off x="6336792" y="3913632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39136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6792" y="4443984"/>
            <a:ext cx="22722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Metrics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36792" y="4828032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 and F1-score for both precision and recall.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929116" y="3703320"/>
            <a:ext cx="2674620" cy="2148840"/>
          </a:xfrm>
          <a:prstGeom prst="roundRect">
            <a:avLst>
              <a:gd name="adj" fmla="val 3404"/>
            </a:avLst>
          </a:prstGeom>
          <a:solidFill>
            <a:srgbClr val="12233F"/>
          </a:solidFill>
          <a:ln/>
        </p:spPr>
      </p:sp>
      <p:sp>
        <p:nvSpPr>
          <p:cNvPr id="22" name="Shape 20"/>
          <p:cNvSpPr/>
          <p:nvPr/>
        </p:nvSpPr>
        <p:spPr>
          <a:xfrm>
            <a:off x="9130284" y="3913632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9130284" y="39136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30284" y="4443984"/>
            <a:ext cx="22722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Smart-City Ready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30284" y="4828032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intelligent, automated urban traffic infrastructure.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Recognition using CNN &amp; OCR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+ OCR Recognition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91640" cy="1600200"/>
          </a:xfrm>
          <a:prstGeom prst="roundRect">
            <a:avLst>
              <a:gd name="adj" fmla="val 5143"/>
            </a:avLst>
          </a:prstGeom>
          <a:solidFill>
            <a:srgbClr val="3A6EA5"/>
          </a:solidFill>
          <a:ln/>
        </p:spPr>
      </p:sp>
      <p:sp>
        <p:nvSpPr>
          <p:cNvPr id="5" name="Shape 3"/>
          <p:cNvSpPr/>
          <p:nvPr/>
        </p:nvSpPr>
        <p:spPr>
          <a:xfrm>
            <a:off x="1175004" y="2560320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1175004" y="2560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0906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traffic-camera frame or photo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40280" y="2377440"/>
            <a:ext cx="21945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59736" y="2377440"/>
            <a:ext cx="1691640" cy="1600200"/>
          </a:xfrm>
          <a:prstGeom prst="roundRect">
            <a:avLst>
              <a:gd name="adj" fmla="val 5143"/>
            </a:avLst>
          </a:prstGeom>
          <a:solidFill>
            <a:srgbClr val="3A6EA5"/>
          </a:solidFill>
          <a:ln/>
        </p:spPr>
      </p:sp>
      <p:sp>
        <p:nvSpPr>
          <p:cNvPr id="11" name="Shape 9"/>
          <p:cNvSpPr/>
          <p:nvPr/>
        </p:nvSpPr>
        <p:spPr>
          <a:xfrm>
            <a:off x="3086100" y="2560320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086100" y="2560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51176" y="30906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51176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OpenCV: resize, denoise, contrast fix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51376" y="2377440"/>
            <a:ext cx="21945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70832" y="2377440"/>
            <a:ext cx="1691640" cy="1600200"/>
          </a:xfrm>
          <a:prstGeom prst="roundRect">
            <a:avLst>
              <a:gd name="adj" fmla="val 5143"/>
            </a:avLst>
          </a:prstGeom>
          <a:solidFill>
            <a:srgbClr val="12233F"/>
          </a:solidFill>
          <a:ln/>
        </p:spPr>
      </p:sp>
      <p:sp>
        <p:nvSpPr>
          <p:cNvPr id="17" name="Shape 15"/>
          <p:cNvSpPr/>
          <p:nvPr/>
        </p:nvSpPr>
        <p:spPr>
          <a:xfrm>
            <a:off x="4997196" y="2560320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997196" y="2560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62272" y="30906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Detection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62272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the license-plate region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62472" y="2377440"/>
            <a:ext cx="21945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81928" y="2377440"/>
            <a:ext cx="1691640" cy="1600200"/>
          </a:xfrm>
          <a:prstGeom prst="roundRect">
            <a:avLst>
              <a:gd name="adj" fmla="val 5143"/>
            </a:avLst>
          </a:prstGeom>
          <a:solidFill>
            <a:srgbClr val="3A6EA5"/>
          </a:solidFill>
          <a:ln/>
        </p:spPr>
      </p:sp>
      <p:sp>
        <p:nvSpPr>
          <p:cNvPr id="23" name="Shape 21"/>
          <p:cNvSpPr/>
          <p:nvPr/>
        </p:nvSpPr>
        <p:spPr>
          <a:xfrm>
            <a:off x="6908292" y="2560320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6908292" y="2560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73368" y="30906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Crop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73368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the detected plate area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2377440"/>
            <a:ext cx="21945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193024" y="2377440"/>
            <a:ext cx="1691640" cy="1600200"/>
          </a:xfrm>
          <a:prstGeom prst="roundRect">
            <a:avLst>
              <a:gd name="adj" fmla="val 5143"/>
            </a:avLst>
          </a:prstGeom>
          <a:solidFill>
            <a:srgbClr val="12233F"/>
          </a:solidFill>
          <a:ln/>
        </p:spPr>
      </p:sp>
      <p:sp>
        <p:nvSpPr>
          <p:cNvPr id="29" name="Shape 27"/>
          <p:cNvSpPr/>
          <p:nvPr/>
        </p:nvSpPr>
        <p:spPr>
          <a:xfrm>
            <a:off x="8819388" y="2560320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8819388" y="2560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84464" y="30906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(Tesseract)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84464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characters as digital text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884664" y="2377440"/>
            <a:ext cx="21945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104120" y="2377440"/>
            <a:ext cx="1691640" cy="1600200"/>
          </a:xfrm>
          <a:prstGeom prst="roundRect">
            <a:avLst>
              <a:gd name="adj" fmla="val 5143"/>
            </a:avLst>
          </a:prstGeom>
          <a:solidFill>
            <a:srgbClr val="3A6EA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730484" y="2560320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10730484" y="2560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195560" y="30906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195560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number ready for logging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343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provide robust feature learning to locate plates under varying conditions, while OCR converts plate text into digital format — together forming a reliable system for traffic monitoring, violation detection, and vehicle tracking.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Recognition using CNN &amp; OCR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Hardware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 calls for an efficient software toolchain — for image processing, model training, and OCR — paired with hardware capable of handling computationally intensive tasks.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67512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6675120" cy="502920"/>
          </a:xfrm>
          <a:prstGeom prst="roundRect">
            <a:avLst>
              <a:gd name="adj" fmla="val 18182"/>
            </a:avLst>
          </a:prstGeom>
          <a:solidFill>
            <a:srgbClr val="12233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68880"/>
            <a:ext cx="6675120" cy="182880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87121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7432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20440" y="27432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development language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35584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22783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20440" y="32278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implementation &amp; training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7124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20440" y="37124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&amp; plate detection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432511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19709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20440" y="41970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&amp; manipulation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80974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68172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20440" y="46817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&amp; visualization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29437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1663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520440" y="5166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recognition engine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52360" y="2148840"/>
            <a:ext cx="416052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452360" y="2148840"/>
            <a:ext cx="4160520" cy="502920"/>
          </a:xfrm>
          <a:prstGeom prst="roundRect">
            <a:avLst>
              <a:gd name="adj" fmla="val 18182"/>
            </a:avLst>
          </a:prstGeom>
          <a:solidFill>
            <a:srgbClr val="3A6EA5"/>
          </a:solidFill>
          <a:ln/>
        </p:spPr>
      </p:sp>
      <p:sp>
        <p:nvSpPr>
          <p:cNvPr id="29" name="Shape 27"/>
          <p:cNvSpPr/>
          <p:nvPr/>
        </p:nvSpPr>
        <p:spPr>
          <a:xfrm>
            <a:off x="7452360" y="2468880"/>
            <a:ext cx="4160520" cy="1828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30" name="Text 28"/>
          <p:cNvSpPr/>
          <p:nvPr/>
        </p:nvSpPr>
        <p:spPr>
          <a:xfrm>
            <a:off x="7726680" y="2148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SETUP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72400" y="293522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PC / Laptop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001000" y="31363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compute platform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7772400" y="380390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800100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 (min.)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001000" y="40050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smooth training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7772400" y="467258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8001000" y="4526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Support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001000" y="48737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accelerates CNN training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Recognition using CNN &amp; OCR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was performed on plate_dataset_updated.csv, an OpenALPR-style dataset of U.S. license-plate records spanning multiple states and plate styles.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E8EEF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48920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File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Number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Reg_Status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Owner_Status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Slogan Text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Commemorative Text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Emblem Text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Style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12233F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423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37960" y="293522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Reg_Month / Reg_Year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31181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date fields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373075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5844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Desc_Length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39136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the plate description 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37960" y="452628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43799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Screw_Count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4709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mounting screws visible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532180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51755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Width_px / Height_px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55046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image dimensions in pixels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Recognition using CNN &amp; OCR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Missing Value Heatmap</a:t>
            </a:r>
            <a:endParaRPr lang="en-US" sz="3000" dirty="0"/>
          </a:p>
        </p:txBody>
      </p:sp>
      <p:pic>
        <p:nvPicPr>
          <p:cNvPr id="4" name="Image 0" descr="missing_values_tri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70866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554480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E8EEF7"/>
          </a:solidFill>
          <a:ln/>
        </p:spPr>
      </p:sp>
      <p:sp>
        <p:nvSpPr>
          <p:cNvPr id="6" name="Text 3"/>
          <p:cNvSpPr/>
          <p:nvPr/>
        </p:nvSpPr>
        <p:spPr>
          <a:xfrm>
            <a:off x="818388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83880" y="214884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features contain missing values — notably Reg_Month, Reg_Year, Screw_Count, Commemorative Text, and Emblem Text. Width_px and Height_px each miss a single value.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183880" y="3977640"/>
            <a:ext cx="3108960" cy="0"/>
          </a:xfrm>
          <a:prstGeom prst="line">
            <a:avLst/>
          </a:prstGeom>
          <a:noFill/>
          <a:ln w="12700">
            <a:solidFill>
              <a:srgbClr val="3A6E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41605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gaps need imputation or exclusion before model training to avoid biasing the CNN/OCR pipeline.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Recognition using CNN &amp; OCR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Between Numerical Features</a:t>
            </a:r>
            <a:endParaRPr lang="en-US" sz="3000" dirty="0"/>
          </a:p>
        </p:txBody>
      </p:sp>
      <p:pic>
        <p:nvPicPr>
          <p:cNvPr id="4" name="Image 0" descr="corr_heatmap_tri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80360" y="1417320"/>
            <a:ext cx="553212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12233F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7830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2423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Width_px ↔ Height_px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3A6EA5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4290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0.47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40080" y="4069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Reg_Year ↔ Screw_Count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48920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features are weakly correlated, meaning each carries distinct information for the model.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Recognition using CNN &amp; OCR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 Style Distribution by State</a:t>
            </a:r>
            <a:endParaRPr lang="en-US" sz="3000" dirty="0"/>
          </a:p>
        </p:txBody>
      </p:sp>
      <p:pic>
        <p:nvPicPr>
          <p:cNvPr id="4" name="Image 0" descr="plate_style_tri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1106424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styles vary widely across states, with a long tail of low-frequency specialty and commemorative designs alongside a handful of dominant standard styles — a class-imbalance factor to account for during model training.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Recognition using CNN &amp; OCR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 Across Numerical Fields</a:t>
            </a:r>
            <a:endParaRPr lang="en-US" sz="3000" dirty="0"/>
          </a:p>
        </p:txBody>
      </p:sp>
      <p:pic>
        <p:nvPicPr>
          <p:cNvPr id="4" name="Image 0" descr="boxplots_tri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1106424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7607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of Reg_Year, Width_px, and Height_px reveal a number of outliers below the main cluster — likely scanning artifacts or rare plate formats — while Screw_Count stays tightly distributed near zero.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Recognition using CNN &amp; OCR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B3A63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2532888"/>
            <a:ext cx="4928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898648"/>
            <a:ext cx="49286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Reg_Month, Reg_Year, Screw_Count, and text fields need imputation or exclusion before training.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B3A63"/>
          </a:solidFill>
          <a:ln/>
        </p:spPr>
      </p:sp>
      <p:sp>
        <p:nvSpPr>
          <p:cNvPr id="10" name="Shape 8"/>
          <p:cNvSpPr/>
          <p:nvPr/>
        </p:nvSpPr>
        <p:spPr>
          <a:xfrm>
            <a:off x="6473952" y="1947672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73952" y="2532888"/>
            <a:ext cx="4928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Pixel Correlation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3952" y="2898648"/>
            <a:ext cx="49286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Width_px and Height_px correlate at 0.96 — one may be redundant as a model feature.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B3A63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142232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04672" y="4727448"/>
            <a:ext cx="4928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49286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styles are dominated by a few standard designs, with many rare specialty styles.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B3A6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3952" y="4142232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73952" y="4727448"/>
            <a:ext cx="4928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Present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73952" y="5093208"/>
            <a:ext cx="49286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Reg_Year, Width_px, and Height_px show outliers that warrant cleaning before CNN training.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Recognition using CNN &amp; OCR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combining CNN-based plate detection with OCR character recognition can deliver a scalable, low-intervention traffic-monitoring solution. Initial EDA on the OpenALPR-style dataset clarifies data quality issues and feature relationships that will guide model design.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8EE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072384"/>
            <a:ext cx="365760" cy="365760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072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92608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missing values &amp; handle outliers identified in EDA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71246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858768"/>
            <a:ext cx="365760" cy="365760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712464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CNN plate-detection model on OpenALPR data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49884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8EE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645152"/>
            <a:ext cx="365760" cy="365760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645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4498848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Tesseract OCR for character-level recognition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2852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431536"/>
            <a:ext cx="365760" cy="365760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431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5285232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performance using accuracy and F1-score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Recognition using CNN &amp; OCR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754880"/>
            <a:ext cx="3291840" cy="3291840"/>
          </a:xfrm>
          <a:prstGeom prst="ellipse">
            <a:avLst/>
          </a:prstGeom>
          <a:solidFill>
            <a:srgbClr val="223E6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66360" y="4114800"/>
            <a:ext cx="1828800" cy="0"/>
          </a:xfrm>
          <a:prstGeom prst="line">
            <a:avLst/>
          </a:prstGeom>
          <a:noFill/>
          <a:ln w="19050">
            <a:solidFill>
              <a:srgbClr val="3A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3434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Saahas Vaddi  •  Lohith Sanapala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Dr. Jyothsna, Professor, CSE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2026-08-24T17:12:28Z</dcterms:created>
  <dcterms:modified xsi:type="dcterms:W3CDTF">2026-08-24T17:12:28Z</dcterms:modified>
</cp:coreProperties>
</file>